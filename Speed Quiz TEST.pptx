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DBFF-398C-85DC-F245-837A96179F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Speed Quiz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A33B3-067B-32D1-038A-CD6CE33C5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661" y="3212330"/>
            <a:ext cx="11275861" cy="174150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How many questions can you solve in 30 seconds?</a:t>
            </a:r>
          </a:p>
          <a:p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My project solves a problem which is boredom ,  it’s a fun way to test your knowledge, speed, and skill in general!</a:t>
            </a:r>
          </a:p>
          <a:p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Challenge yourself , try to get all 20 answers right in 30 seconds!</a:t>
            </a:r>
          </a:p>
        </p:txBody>
      </p:sp>
    </p:spTree>
    <p:extLst>
      <p:ext uri="{BB962C8B-B14F-4D97-AF65-F5344CB8AC3E}">
        <p14:creationId xmlns:p14="http://schemas.microsoft.com/office/powerpoint/2010/main" val="357570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8470-F000-5631-0467-B68076AEB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and characteristics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597D9-7969-974B-C7C6-12F2BFA3A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Easily understood by users!</a:t>
            </a:r>
          </a:p>
          <a:p>
            <a:r>
              <a:rPr lang="en-US" dirty="0"/>
              <a:t>Has three classes which are questions, players and game.</a:t>
            </a:r>
          </a:p>
          <a:p>
            <a:r>
              <a:rPr lang="en-US" dirty="0"/>
              <a:t>Uses MCQ’s to avoid spelling errors and to eliminate the time wasted on typing.</a:t>
            </a:r>
          </a:p>
          <a:p>
            <a:r>
              <a:rPr lang="en-US" dirty="0"/>
              <a:t>Final score is shown at the end as well as the rank the user achieves and the answers the user got correct or wrong.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632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DA420-4B7B-C169-3E0A-5F234767D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SPEED QUIZ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96311-C4E5-8385-35DD-B510F8126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1467" y="3858567"/>
            <a:ext cx="6852015" cy="2100105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ENJOY!</a:t>
            </a:r>
          </a:p>
        </p:txBody>
      </p:sp>
    </p:spTree>
    <p:extLst>
      <p:ext uri="{BB962C8B-B14F-4D97-AF65-F5344CB8AC3E}">
        <p14:creationId xmlns:p14="http://schemas.microsoft.com/office/powerpoint/2010/main" val="16831818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{4C841422-6DF8-41BB-8F7F-95914795CDDE}TF319cfb39-eeba-4af5-a5a2-03d53d0375160e3309b2-0adf682d390f</Template>
  <TotalTime>10</TotalTime>
  <Words>119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Gill Sans MT</vt:lpstr>
      <vt:lpstr>Wingdings 2</vt:lpstr>
      <vt:lpstr>Dividend</vt:lpstr>
      <vt:lpstr>Speed Quiz TEST</vt:lpstr>
      <vt:lpstr>Components and characteristics of the project</vt:lpstr>
      <vt:lpstr>SPEED QUIZ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jocelyn rabadi</dc:creator>
  <cp:lastModifiedBy>jocelyn rabadi</cp:lastModifiedBy>
  <cp:revision>1</cp:revision>
  <dcterms:created xsi:type="dcterms:W3CDTF">2026-04-14T23:48:53Z</dcterms:created>
  <dcterms:modified xsi:type="dcterms:W3CDTF">2026-04-14T23:59:07Z</dcterms:modified>
</cp:coreProperties>
</file>